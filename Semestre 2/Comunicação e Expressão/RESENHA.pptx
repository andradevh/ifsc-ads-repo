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7" roundtripDataSignature="AMtx7mja6Ka4gdbjH3YPq+SByPKPdknU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RESENHA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Kayron Beviláqua (IFSC)</a:t>
            </a:r>
            <a:endParaRPr/>
          </a:p>
        </p:txBody>
      </p:sp>
      <p:pic>
        <p:nvPicPr>
          <p:cNvPr descr="Portal do Professor - EU RESENHO, TU RESENHAS, ELE RESENHA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277" y="1030288"/>
            <a:ext cx="3333750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Polissemia da palavra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 que é resenha?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357" y="2966640"/>
            <a:ext cx="7583486" cy="2797396"/>
          </a:xfrm>
          <a:prstGeom prst="rect">
            <a:avLst/>
          </a:prstGeom>
          <a:noFill/>
          <a:ln>
            <a:noFill/>
          </a:ln>
        </p:spPr>
      </p:pic>
      <p:sp>
        <p:nvSpPr>
          <p:cNvPr descr="Festa Neon: dicas e ideias para fazer! | Guia Tudo Festa - Blog de Festas -  dicas e ideias! | Festa neon, Festa luz preta, Festa de aniversario neon" id="94" name="Google Shape;94;p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8065" y="942935"/>
            <a:ext cx="21907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 texto Resenha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Texto produzido em forma de síntese (RESUMO), </a:t>
            </a:r>
            <a:r>
              <a:rPr lang="pt-BR">
                <a:solidFill>
                  <a:srgbClr val="FF0000"/>
                </a:solidFill>
              </a:rPr>
              <a:t>porém</a:t>
            </a:r>
            <a:r>
              <a:rPr lang="pt-BR"/>
              <a:t> com </a:t>
            </a:r>
            <a:r>
              <a:rPr lang="pt-BR" u="sng"/>
              <a:t>clara expressão de opinião do autor</a:t>
            </a:r>
            <a:r>
              <a:rPr lang="pt-BR"/>
              <a:t>, com o objetivo de </a:t>
            </a:r>
            <a:r>
              <a:rPr b="1" lang="pt-BR"/>
              <a:t>descrever e analisar</a:t>
            </a:r>
            <a:r>
              <a:rPr lang="pt-BR"/>
              <a:t> outra produção textual.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RESENHA X RESUMO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No meio acadêmico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Assume grande importância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Criticidade do que é produzido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Na fundamentação dos trabalhos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A resenha...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7072" y="2387917"/>
            <a:ext cx="9658350" cy="33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Estrutura</a:t>
            </a:r>
            <a:endParaRPr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4275" y="365124"/>
            <a:ext cx="7991826" cy="63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RESUMO DE RESENHA</a:t>
            </a:r>
            <a:endParaRPr/>
          </a:p>
        </p:txBody>
      </p:sp>
      <p:pic>
        <p:nvPicPr>
          <p:cNvPr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404" y="1690688"/>
            <a:ext cx="7642773" cy="437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912" y="423862"/>
            <a:ext cx="9782175" cy="60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587" y="566737"/>
            <a:ext cx="9648825" cy="572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43907"/>
          <a:stretch/>
        </p:blipFill>
        <p:spPr>
          <a:xfrm>
            <a:off x="-293303" y="1600752"/>
            <a:ext cx="12485301" cy="42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125384" y="2035984"/>
            <a:ext cx="44196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pic>
        <p:nvPicPr>
          <p:cNvPr id="146" name="Google Shape;1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095" y="53058"/>
            <a:ext cx="10110440" cy="6804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https://www.youtube.com/watch?v=vPjLHH1jMB8&amp;ab_channel=AnimationMovies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2021-08-20T17:28:45Z</dcterms:created>
  <dc:creator>Anonimo</dc:creator>
</cp:coreProperties>
</file>