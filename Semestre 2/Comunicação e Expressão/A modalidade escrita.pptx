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70" r:id="rId5"/>
    <p:sldId id="269" r:id="rId6"/>
    <p:sldId id="267" r:id="rId7"/>
    <p:sldId id="261" r:id="rId8"/>
    <p:sldId id="262" r:id="rId9"/>
    <p:sldId id="263" r:id="rId10"/>
    <p:sldId id="260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34AE2-18C9-450F-A975-91355299F342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37181-F50D-4E70-B6F1-B03FE751EA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02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1293396-B656-4634-A239-68FD0815EAD1}" type="slidenum">
              <a:t>7</a:t>
            </a:fld>
            <a:endParaRPr lang="pt-BR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5116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815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2FCD0E3-A112-4749-AB2D-B0CBE4366EA2}" type="slidenum">
              <a:t>8</a:t>
            </a:fld>
            <a:endParaRPr lang="pt-BR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5116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436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F6452F5-D768-4128-B24A-995377B34033}" type="slidenum">
              <a:t>9</a:t>
            </a:fld>
            <a:endParaRPr lang="pt-BR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79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B9C1185-4001-4467-9332-C31DEF8309D7}" type="slidenum">
              <a:t>11</a:t>
            </a:fld>
            <a:endParaRPr lang="pt-BR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5116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540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3797F3-4106-46AC-8361-5CA494324A64}" type="slidenum">
              <a:t>12</a:t>
            </a:fld>
            <a:endParaRPr lang="pt-BR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5116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894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082ADF9-CB57-4954-8B70-B3DB7D60944C}" type="slidenum">
              <a:t>13</a:t>
            </a:fld>
            <a:endParaRPr lang="pt-BR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1618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375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87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54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572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74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84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50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73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5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89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33C2F-35F1-4273-8AC8-244326A17120}" type="datetimeFigureOut">
              <a:rPr lang="pt-BR" smtClean="0"/>
              <a:t>11/10/2023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16E3-B5E8-4B4F-88E1-9F1C405E6D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104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tDEMHMRd8E&amp;ab_channel=Zaner-Bloser" TargetMode="External"/><Relationship Id="rId2" Type="http://schemas.openxmlformats.org/officeDocument/2006/relationships/hyperlink" Target="https://www.youtube.com/watch?v=dWWCmuAEBB4&amp;ab_channel=Zaner-Blos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yjLt_RGEww&amp;ab_channel=ExtraCredit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 modalidade escrita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Kayron (IFSC)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210" y="665163"/>
            <a:ext cx="2212653" cy="158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83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Um pouco de história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Por que aprendemos a escrever?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smtClean="0"/>
              <a:t>É natural, inato?</a:t>
            </a:r>
          </a:p>
          <a:p>
            <a:endParaRPr lang="pt-BR" dirty="0"/>
          </a:p>
          <a:p>
            <a:r>
              <a:rPr lang="pt-BR" dirty="0" smtClean="0"/>
              <a:t>Leitura texto 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465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Leitura no cérebro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8797"/>
          </a:xfrm>
        </p:spPr>
        <p:txBody>
          <a:bodyPr>
            <a:normAutofit/>
          </a:bodyPr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www.youtube.com/watch?v=dWWCmuAEBB4&amp;ab_channel=Zaner-Bloser</a:t>
            </a:r>
            <a:endParaRPr lang="pt-BR" dirty="0" smtClean="0"/>
          </a:p>
          <a:p>
            <a:endParaRPr lang="pt-BR" dirty="0"/>
          </a:p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www.youtube.com/watch?v=QtDEMHMRd8E&amp;ab_channel=Zaner-Bloser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LEITURA TEXTO 2</a:t>
            </a:r>
          </a:p>
          <a:p>
            <a:r>
              <a:rPr lang="pt-BR" dirty="0" smtClean="0"/>
              <a:t>Como as </a:t>
            </a:r>
            <a:r>
              <a:rPr lang="pt-BR" dirty="0"/>
              <a:t>crianças aprendem: https://www.youtube.com/watch?v=XIf-xwxSxOI&amp;ab_channel=EducationWeek</a:t>
            </a:r>
          </a:p>
        </p:txBody>
      </p:sp>
    </p:spTree>
    <p:extLst>
      <p:ext uri="{BB962C8B-B14F-4D97-AF65-F5344CB8AC3E}">
        <p14:creationId xmlns:p14="http://schemas.microsoft.com/office/powerpoint/2010/main" val="238807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628650"/>
            <a:ext cx="88392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0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Alfabetização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SOM e Letras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Analfabetismo funcional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Letramento!</a:t>
            </a:r>
          </a:p>
          <a:p>
            <a:endParaRPr lang="pt-BR" dirty="0"/>
          </a:p>
          <a:p>
            <a:r>
              <a:rPr lang="pt-BR" dirty="0" smtClean="0"/>
              <a:t>Leitura do texto 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3313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Surgimento...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r>
              <a:rPr lang="pt-BR" dirty="0" smtClean="0"/>
              <a:t>Numa escala de tempo, quando surgiu?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>
                <a:hlinkClick r:id="rId2"/>
              </a:rPr>
              <a:t>https</a:t>
            </a:r>
            <a:r>
              <a:rPr lang="pt-BR" dirty="0">
                <a:hlinkClick r:id="rId2"/>
              </a:rPr>
              <a:t>://</a:t>
            </a:r>
            <a:r>
              <a:rPr lang="pt-BR" dirty="0" smtClean="0">
                <a:hlinkClick r:id="rId2"/>
              </a:rPr>
              <a:t>www.youtube.com/watch?v=HyjLt_RGEww&amp;ab_channel=ExtraCredits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LEITURA TEXTO 4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983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BR"/>
              <a:t>FALA X ESCRITA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BR"/>
              <a:t>Características da fala (?)</a:t>
            </a:r>
          </a:p>
          <a:p>
            <a:pPr lvl="0">
              <a:buSzPct val="45000"/>
              <a:buFont typeface="StarSymbol"/>
              <a:buChar char="●"/>
            </a:pPr>
            <a:endParaRPr lang="pt-BR"/>
          </a:p>
          <a:p>
            <a:pPr lvl="0">
              <a:buSzPct val="45000"/>
              <a:buFont typeface="StarSymbol"/>
              <a:buChar char="●"/>
            </a:pPr>
            <a:endParaRPr lang="pt-BR"/>
          </a:p>
          <a:p>
            <a:pPr lvl="0">
              <a:buSzPct val="45000"/>
              <a:buFont typeface="StarSymbol"/>
              <a:buChar char="●"/>
            </a:pPr>
            <a:r>
              <a:rPr lang="pt-BR"/>
              <a:t>Características da escrita: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BR"/>
              <a:t>Vai longe...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BR"/>
              <a:t>Não varia ou muda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BR"/>
              <a:t>Deve ser explícita</a:t>
            </a:r>
          </a:p>
        </p:txBody>
      </p:sp>
    </p:spTree>
    <p:extLst>
      <p:ext uri="{BB962C8B-B14F-4D97-AF65-F5344CB8AC3E}">
        <p14:creationId xmlns:p14="http://schemas.microsoft.com/office/powerpoint/2010/main" val="404984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1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78988" y="653170"/>
            <a:ext cx="5776644" cy="5581995"/>
          </a:xfrm>
        </p:spPr>
      </p:pic>
    </p:spTree>
    <p:extLst>
      <p:ext uri="{BB962C8B-B14F-4D97-AF65-F5344CB8AC3E}">
        <p14:creationId xmlns:p14="http://schemas.microsoft.com/office/powerpoint/2010/main" val="72686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BR"/>
              <a:t>Padronização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pt-BR" dirty="0" smtClean="0"/>
              <a:t>A questão ortográfica</a:t>
            </a:r>
          </a:p>
          <a:p>
            <a:pPr lvl="0"/>
            <a:endParaRPr lang="pt-BR" dirty="0"/>
          </a:p>
          <a:p>
            <a:pPr lvl="0"/>
            <a:r>
              <a:rPr lang="pt-BR" dirty="0" smtClean="0"/>
              <a:t>LEITURA TEXTO 5</a:t>
            </a:r>
            <a:endParaRPr lang="pt-BR" dirty="0"/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386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737375" y="535842"/>
            <a:ext cx="10079641" cy="545651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727586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BR"/>
              <a:t>Por que e tão difícil então?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BR"/>
              <a:t>Escrita com base na origem etimológica</a:t>
            </a:r>
          </a:p>
          <a:p>
            <a:pPr lvl="0">
              <a:buSzPct val="45000"/>
              <a:buFont typeface="StarSymbol"/>
              <a:buChar char="●"/>
            </a:pPr>
            <a:endParaRPr lang="pt-BR"/>
          </a:p>
          <a:p>
            <a:pPr lvl="0">
              <a:buSzPct val="45000"/>
              <a:buFont typeface="StarSymbol"/>
              <a:buChar char="●"/>
            </a:pPr>
            <a:endParaRPr lang="pt-BR"/>
          </a:p>
          <a:p>
            <a:pPr lvl="0">
              <a:buSzPct val="45000"/>
              <a:buFont typeface="StarSymbol"/>
              <a:buChar char="●"/>
            </a:pPr>
            <a:r>
              <a:rPr lang="pt-BR"/>
              <a:t>Representam um som que não existe mais na pronúncia</a:t>
            </a:r>
          </a:p>
          <a:p>
            <a:pPr lvl="0">
              <a:buSzPct val="45000"/>
              <a:buFont typeface="StarSymbol"/>
              <a:buChar char="●"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42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41159" y="326585"/>
            <a:ext cx="6885730" cy="613784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0768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BR" dirty="0" smtClean="0"/>
              <a:t>ATIVIDADE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000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130</Words>
  <Application>Microsoft Office PowerPoint</Application>
  <PresentationFormat>Widescreen</PresentationFormat>
  <Paragraphs>57</Paragraphs>
  <Slides>13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DejaVu Sans</vt:lpstr>
      <vt:lpstr>Liberation Serif</vt:lpstr>
      <vt:lpstr>StarSymbol</vt:lpstr>
      <vt:lpstr>Tema do Office</vt:lpstr>
      <vt:lpstr>A modalidade escrita</vt:lpstr>
      <vt:lpstr>Um pouco de história</vt:lpstr>
      <vt:lpstr>Leitura no cérebro</vt:lpstr>
      <vt:lpstr>Apresentação do PowerPoint</vt:lpstr>
      <vt:lpstr>Alfabetização</vt:lpstr>
      <vt:lpstr>Surgimento...</vt:lpstr>
      <vt:lpstr>FALA X ESCRITA</vt:lpstr>
      <vt:lpstr>Apresentação do PowerPoint</vt:lpstr>
      <vt:lpstr>Padronização</vt:lpstr>
      <vt:lpstr>Apresentação do PowerPoint</vt:lpstr>
      <vt:lpstr>Por que e tão difícil então?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modalidade escrita</dc:title>
  <dc:creator>Anonimo</dc:creator>
  <cp:lastModifiedBy>Anonimo</cp:lastModifiedBy>
  <cp:revision>10</cp:revision>
  <dcterms:created xsi:type="dcterms:W3CDTF">2022-06-01T01:52:18Z</dcterms:created>
  <dcterms:modified xsi:type="dcterms:W3CDTF">2023-10-11T19:58:47Z</dcterms:modified>
</cp:coreProperties>
</file>