
<file path=[Content_Types].xml><?xml version="1.0" encoding="utf-8"?>
<Types xmlns="http://schemas.openxmlformats.org/package/2006/content-types">
  <Default Extension="jfif" ContentType="image/jpeg"/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1" r:id="rId4"/>
    <p:sldId id="261" r:id="rId5"/>
    <p:sldId id="265" r:id="rId6"/>
    <p:sldId id="262" r:id="rId7"/>
    <p:sldId id="272" r:id="rId8"/>
    <p:sldId id="264" r:id="rId9"/>
    <p:sldId id="263" r:id="rId10"/>
    <p:sldId id="268" r:id="rId11"/>
    <p:sldId id="269" r:id="rId12"/>
    <p:sldId id="270" r:id="rId13"/>
    <p:sldId id="267" r:id="rId14"/>
    <p:sldId id="260" r:id="rId15"/>
    <p:sldId id="258" r:id="rId16"/>
    <p:sldId id="266" r:id="rId1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25976-0C06-4916-8D26-F8345376B9D0}" type="datetimeFigureOut">
              <a:rPr lang="pt-BR" smtClean="0"/>
              <a:t>12/04/2023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B4C0-BA4B-4445-8C8A-A8EEFEF5F5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0616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25976-0C06-4916-8D26-F8345376B9D0}" type="datetimeFigureOut">
              <a:rPr lang="pt-BR" smtClean="0"/>
              <a:t>12/04/2023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B4C0-BA4B-4445-8C8A-A8EEFEF5F5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03194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25976-0C06-4916-8D26-F8345376B9D0}" type="datetimeFigureOut">
              <a:rPr lang="pt-BR" smtClean="0"/>
              <a:t>12/04/2023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B4C0-BA4B-4445-8C8A-A8EEFEF5F5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1748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25976-0C06-4916-8D26-F8345376B9D0}" type="datetimeFigureOut">
              <a:rPr lang="pt-BR" smtClean="0"/>
              <a:t>12/04/2023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B4C0-BA4B-4445-8C8A-A8EEFEF5F5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79579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25976-0C06-4916-8D26-F8345376B9D0}" type="datetimeFigureOut">
              <a:rPr lang="pt-BR" smtClean="0"/>
              <a:t>12/04/2023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B4C0-BA4B-4445-8C8A-A8EEFEF5F5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1759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25976-0C06-4916-8D26-F8345376B9D0}" type="datetimeFigureOut">
              <a:rPr lang="pt-BR" smtClean="0"/>
              <a:t>12/04/2023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B4C0-BA4B-4445-8C8A-A8EEFEF5F5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8924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25976-0C06-4916-8D26-F8345376B9D0}" type="datetimeFigureOut">
              <a:rPr lang="pt-BR" smtClean="0"/>
              <a:t>12/04/2023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B4C0-BA4B-4445-8C8A-A8EEFEF5F5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8551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25976-0C06-4916-8D26-F8345376B9D0}" type="datetimeFigureOut">
              <a:rPr lang="pt-BR" smtClean="0"/>
              <a:t>12/04/2023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B4C0-BA4B-4445-8C8A-A8EEFEF5F5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9724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25976-0C06-4916-8D26-F8345376B9D0}" type="datetimeFigureOut">
              <a:rPr lang="pt-BR" smtClean="0"/>
              <a:t>12/04/2023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B4C0-BA4B-4445-8C8A-A8EEFEF5F5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862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25976-0C06-4916-8D26-F8345376B9D0}" type="datetimeFigureOut">
              <a:rPr lang="pt-BR" smtClean="0"/>
              <a:t>12/04/2023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B4C0-BA4B-4445-8C8A-A8EEFEF5F5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4020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25976-0C06-4916-8D26-F8345376B9D0}" type="datetimeFigureOut">
              <a:rPr lang="pt-BR" smtClean="0"/>
              <a:t>12/04/2023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FB4C0-BA4B-4445-8C8A-A8EEFEF5F5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2248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925976-0C06-4916-8D26-F8345376B9D0}" type="datetimeFigureOut">
              <a:rPr lang="pt-BR" smtClean="0"/>
              <a:t>12/04/2023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AFB4C0-BA4B-4445-8C8A-A8EEFEF5F5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3396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PWLiVyfcS_Q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cdYLtvJwQxY&amp;ab_channel=CursoIniciantedeLibras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A modalidade </a:t>
            </a:r>
            <a:r>
              <a:rPr lang="pt-BR" b="1" dirty="0" smtClean="0"/>
              <a:t>falada</a:t>
            </a:r>
            <a:r>
              <a:rPr lang="pt-BR" dirty="0" smtClean="0"/>
              <a:t> da linguagem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pt-BR" dirty="0" smtClean="0"/>
              <a:t>Prof. Kayron </a:t>
            </a:r>
            <a:r>
              <a:rPr lang="pt-BR" dirty="0" err="1" smtClean="0"/>
              <a:t>Beviláqua</a:t>
            </a:r>
            <a:r>
              <a:rPr lang="pt-BR" dirty="0" smtClean="0"/>
              <a:t> (IFSC)</a:t>
            </a:r>
            <a:endParaRPr lang="pt-BR" dirty="0"/>
          </a:p>
        </p:txBody>
      </p:sp>
      <p:sp>
        <p:nvSpPr>
          <p:cNvPr id="4" name="AutoShape 2" descr="Resultado de imagem para speech languag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5" name="AutoShape 4" descr="Resultado de imagem para speech languag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9490" y="4094364"/>
            <a:ext cx="2326872" cy="2326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9435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Novo termo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pt-BR" dirty="0" smtClean="0"/>
              <a:t>Modalidade:</a:t>
            </a:r>
          </a:p>
          <a:p>
            <a:pPr marL="0" indent="0" algn="ctr">
              <a:buNone/>
            </a:pPr>
            <a:endParaRPr lang="pt-BR" dirty="0" smtClean="0"/>
          </a:p>
          <a:p>
            <a:r>
              <a:rPr lang="pt-BR" dirty="0" smtClean="0"/>
              <a:t>Falada (</a:t>
            </a:r>
            <a:r>
              <a:rPr lang="pt-BR" dirty="0" err="1" smtClean="0"/>
              <a:t>oralizada</a:t>
            </a:r>
            <a:r>
              <a:rPr lang="pt-BR" dirty="0" smtClean="0"/>
              <a:t>)</a:t>
            </a:r>
          </a:p>
          <a:p>
            <a:r>
              <a:rPr lang="pt-BR" dirty="0" smtClean="0"/>
              <a:t>Escrita</a:t>
            </a:r>
          </a:p>
          <a:p>
            <a:r>
              <a:rPr lang="pt-BR" dirty="0" smtClean="0"/>
              <a:t>Gestual</a:t>
            </a:r>
          </a:p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833035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 olhar científico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Fenômenos naturais</a:t>
            </a:r>
            <a:endParaRPr lang="pt-BR" dirty="0"/>
          </a:p>
        </p:txBody>
      </p:sp>
      <p:pic>
        <p:nvPicPr>
          <p:cNvPr id="1026" name="Picture 2" descr="Vista de uma aurora boreal em uma floresta canadense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2386013"/>
            <a:ext cx="5715000" cy="3790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02451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Como surge a fala?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Por que razão nós falamos?</a:t>
            </a:r>
          </a:p>
          <a:p>
            <a:endParaRPr lang="pt-BR" dirty="0"/>
          </a:p>
          <a:p>
            <a:endParaRPr lang="pt-BR" dirty="0" smtClean="0"/>
          </a:p>
          <a:p>
            <a:r>
              <a:rPr lang="pt-BR" dirty="0" smtClean="0"/>
              <a:t>Leitura do texto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127161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Hipóteses...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Imitação</a:t>
            </a:r>
          </a:p>
          <a:p>
            <a:endParaRPr lang="pt-BR" dirty="0"/>
          </a:p>
          <a:p>
            <a:endParaRPr lang="pt-BR" dirty="0" smtClean="0"/>
          </a:p>
          <a:p>
            <a:r>
              <a:rPr lang="pt-BR" dirty="0" smtClean="0"/>
              <a:t>Somente inato</a:t>
            </a:r>
          </a:p>
          <a:p>
            <a:endParaRPr lang="pt-BR" dirty="0"/>
          </a:p>
          <a:p>
            <a:endParaRPr lang="pt-BR" dirty="0" smtClean="0"/>
          </a:p>
          <a:p>
            <a:r>
              <a:rPr lang="pt-BR" dirty="0" smtClean="0"/>
              <a:t>Inato com estímulo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3311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 fala da criança</a:t>
            </a:r>
            <a:endParaRPr lang="pt-BR" dirty="0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000" b="10303"/>
          <a:stretch/>
        </p:blipFill>
        <p:spPr>
          <a:xfrm>
            <a:off x="6641869" y="0"/>
            <a:ext cx="5045825" cy="6252066"/>
          </a:xfrm>
          <a:prstGeom prst="rect">
            <a:avLst/>
          </a:prstGeom>
        </p:spPr>
      </p:pic>
      <p:sp>
        <p:nvSpPr>
          <p:cNvPr id="4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/>
          </a:bodyPr>
          <a:lstStyle/>
          <a:p>
            <a:r>
              <a:rPr lang="pt-BR" dirty="0" smtClean="0"/>
              <a:t>Eu </a:t>
            </a:r>
            <a:r>
              <a:rPr lang="pt-BR" dirty="0" err="1" smtClean="0"/>
              <a:t>di</a:t>
            </a:r>
            <a:r>
              <a:rPr lang="pt-BR" dirty="0" smtClean="0"/>
              <a:t>.</a:t>
            </a:r>
          </a:p>
          <a:p>
            <a:endParaRPr lang="pt-BR" dirty="0"/>
          </a:p>
          <a:p>
            <a:r>
              <a:rPr lang="pt-BR" dirty="0" smtClean="0"/>
              <a:t>Eu </a:t>
            </a:r>
            <a:r>
              <a:rPr lang="pt-BR" dirty="0" err="1" smtClean="0"/>
              <a:t>pesadelei</a:t>
            </a:r>
            <a:r>
              <a:rPr lang="pt-BR" dirty="0" smtClean="0"/>
              <a:t>.</a:t>
            </a:r>
          </a:p>
          <a:p>
            <a:endParaRPr lang="pt-BR" dirty="0"/>
          </a:p>
          <a:p>
            <a:r>
              <a:rPr lang="pt-BR" dirty="0" smtClean="0"/>
              <a:t>Estabeleça explicações...</a:t>
            </a:r>
          </a:p>
          <a:p>
            <a:endParaRPr lang="pt-BR" dirty="0"/>
          </a:p>
          <a:p>
            <a:endParaRPr lang="pt-BR" dirty="0" smtClean="0"/>
          </a:p>
          <a:p>
            <a:r>
              <a:rPr lang="pt-BR" dirty="0"/>
              <a:t>Vídeo https://www.youtube.com/watch?v=G2XBIkHW954&amp;ab_channel=TED</a:t>
            </a:r>
          </a:p>
        </p:txBody>
      </p:sp>
    </p:spTree>
    <p:extLst>
      <p:ext uri="{BB962C8B-B14F-4D97-AF65-F5344CB8AC3E}">
        <p14:creationId xmlns:p14="http://schemas.microsoft.com/office/powerpoint/2010/main" val="16302567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Resumo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u="sng" dirty="0">
                <a:hlinkClick r:id="rId2"/>
              </a:rPr>
              <a:t>https://www.youtube.com/watch?v=PWLiVyfcS_Q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252311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Existe limite para aprender a falar?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O Ponto crítico</a:t>
            </a:r>
          </a:p>
          <a:p>
            <a:endParaRPr lang="pt-BR" dirty="0"/>
          </a:p>
          <a:p>
            <a:r>
              <a:rPr lang="pt-BR" dirty="0"/>
              <a:t>https://www.youtube.com/watch?v=Qh8QlfYLUO0&amp;ab_channel=TomScott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8804" y="3474412"/>
            <a:ext cx="13280943" cy="4815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4144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Os animais também têm a mesma linguagem?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O que acham?</a:t>
            </a:r>
          </a:p>
          <a:p>
            <a:endParaRPr lang="pt-BR" dirty="0"/>
          </a:p>
          <a:p>
            <a:endParaRPr lang="pt-BR" dirty="0" smtClean="0"/>
          </a:p>
          <a:p>
            <a:r>
              <a:rPr lang="pt-BR" dirty="0"/>
              <a:t>https://www.youtube.com/watch?v=_1FY5kL_zXU&amp;ab_channel=TED-Ed</a:t>
            </a:r>
          </a:p>
        </p:txBody>
      </p:sp>
    </p:spTree>
    <p:extLst>
      <p:ext uri="{BB962C8B-B14F-4D97-AF65-F5344CB8AC3E}">
        <p14:creationId xmlns:p14="http://schemas.microsoft.com/office/powerpoint/2010/main" val="23457783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EM RESUMO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Aprendemos uma língua naturalmente.</a:t>
            </a:r>
          </a:p>
          <a:p>
            <a:endParaRPr lang="pt-BR" dirty="0" smtClean="0"/>
          </a:p>
          <a:p>
            <a:r>
              <a:rPr lang="pt-BR" dirty="0" smtClean="0"/>
              <a:t>Aprendemos uma GRAMÁTICA</a:t>
            </a:r>
          </a:p>
          <a:p>
            <a:endParaRPr lang="pt-BR" dirty="0" smtClean="0"/>
          </a:p>
          <a:p>
            <a:pPr marL="0" indent="0">
              <a:buNone/>
            </a:pPr>
            <a:r>
              <a:rPr lang="pt-BR" dirty="0"/>
              <a:t>Trata-se, pois, de uma gramática </a:t>
            </a:r>
            <a:r>
              <a:rPr lang="pt-BR" dirty="0">
                <a:solidFill>
                  <a:srgbClr val="FF0000"/>
                </a:solidFill>
              </a:rPr>
              <a:t>natural</a:t>
            </a:r>
            <a:r>
              <a:rPr lang="pt-BR" dirty="0"/>
              <a:t> da língua que permite ao falante nativo entender enunciados e fazer-se entender por meio deles</a:t>
            </a:r>
            <a:r>
              <a:rPr lang="pt-BR" dirty="0" smtClean="0"/>
              <a:t>.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26845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QUANDO SURGIU A FALA?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Hipóteses?</a:t>
            </a:r>
          </a:p>
          <a:p>
            <a:endParaRPr lang="pt-BR" dirty="0"/>
          </a:p>
          <a:p>
            <a:endParaRPr lang="pt-BR" dirty="0" smtClean="0"/>
          </a:p>
          <a:p>
            <a:r>
              <a:rPr lang="pt-BR" dirty="0"/>
              <a:t>https://www.youtube.com/watch?v=CqYH-CTfPqU&amp;ab_channel=MinutosPs%C3%ADquicos</a:t>
            </a:r>
          </a:p>
        </p:txBody>
      </p:sp>
    </p:spTree>
    <p:extLst>
      <p:ext uri="{BB962C8B-B14F-4D97-AF65-F5344CB8AC3E}">
        <p14:creationId xmlns:p14="http://schemas.microsoft.com/office/powerpoint/2010/main" val="5378764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CARACTERÍSTICAS PRINCIPAIS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GESTOS</a:t>
            </a:r>
          </a:p>
          <a:p>
            <a:r>
              <a:rPr lang="pt-BR" dirty="0" smtClean="0"/>
              <a:t>ENTONAÇÃO</a:t>
            </a:r>
          </a:p>
          <a:p>
            <a:r>
              <a:rPr lang="pt-BR" dirty="0" smtClean="0"/>
              <a:t>...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181677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9746" y="545501"/>
            <a:ext cx="8262331" cy="5752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8171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65760" y="332510"/>
            <a:ext cx="10988040" cy="6134792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dirty="0"/>
              <a:t>Enem – 2012 </a:t>
            </a:r>
          </a:p>
          <a:p>
            <a:pPr marL="0" indent="0" algn="r">
              <a:lnSpc>
                <a:spcPct val="100000"/>
              </a:lnSpc>
              <a:buNone/>
            </a:pPr>
            <a:r>
              <a:rPr lang="pt-BR" dirty="0"/>
              <a:t>“eu gostava muito de </a:t>
            </a:r>
            <a:r>
              <a:rPr lang="pt-BR" dirty="0" err="1"/>
              <a:t>passeá</a:t>
            </a:r>
            <a:r>
              <a:rPr lang="pt-BR" dirty="0"/>
              <a:t>... saí com as minhas  colegas... </a:t>
            </a:r>
            <a:r>
              <a:rPr lang="pt-BR" dirty="0" err="1"/>
              <a:t>brincá</a:t>
            </a:r>
            <a:r>
              <a:rPr lang="pt-BR" dirty="0"/>
              <a:t> na porta </a:t>
            </a:r>
            <a:r>
              <a:rPr lang="pt-BR" dirty="0" err="1"/>
              <a:t>di</a:t>
            </a:r>
            <a:r>
              <a:rPr lang="pt-BR" dirty="0"/>
              <a:t> casa </a:t>
            </a:r>
            <a:r>
              <a:rPr lang="pt-BR" dirty="0" err="1"/>
              <a:t>di</a:t>
            </a:r>
            <a:r>
              <a:rPr lang="pt-BR" dirty="0"/>
              <a:t> vôlei... </a:t>
            </a:r>
            <a:r>
              <a:rPr lang="pt-BR" dirty="0" err="1"/>
              <a:t>andá</a:t>
            </a:r>
            <a:r>
              <a:rPr lang="pt-BR" dirty="0"/>
              <a:t> de patins... bicicleta... quando eu levava um tombo ou outro... eu era a::... a palhaça da turma... ((risos))... eu  acho que foi uma das fases mais... assim... gostosas da  minha vida foi... essa fase de quinze... dos meus treze aos dezessete anos...”</a:t>
            </a:r>
          </a:p>
          <a:p>
            <a:pPr marL="0" indent="0" algn="r">
              <a:lnSpc>
                <a:spcPct val="100000"/>
              </a:lnSpc>
              <a:buNone/>
            </a:pPr>
            <a:r>
              <a:rPr lang="pt-BR" dirty="0"/>
              <a:t/>
            </a:r>
            <a:br>
              <a:rPr lang="pt-BR" dirty="0"/>
            </a:br>
            <a:r>
              <a:rPr lang="pt-BR" sz="2300" dirty="0"/>
              <a:t>A.P.S., sexo feminino, 38 anos, nível de ensino fundamental.  </a:t>
            </a:r>
            <a:r>
              <a:rPr lang="pt-BR" sz="2300" b="1" dirty="0"/>
              <a:t>Projeto Fala Goiana</a:t>
            </a:r>
            <a:r>
              <a:rPr lang="pt-BR" sz="2300" dirty="0"/>
              <a:t>, UFG, 2010 (inédito).</a:t>
            </a:r>
            <a:br>
              <a:rPr lang="pt-BR" sz="2300" dirty="0"/>
            </a:br>
            <a:endParaRPr lang="pt-BR" sz="2300" dirty="0"/>
          </a:p>
          <a:p>
            <a:pPr marL="0" indent="0">
              <a:lnSpc>
                <a:spcPct val="100000"/>
              </a:lnSpc>
              <a:buNone/>
            </a:pPr>
            <a:r>
              <a:rPr lang="pt-BR" b="1" dirty="0"/>
              <a:t>Um aspecto da composição estrutural que caracteriza o relato pessoal de A.P.S. como modalidade falada da língua é:</a:t>
            </a:r>
            <a:br>
              <a:rPr lang="pt-BR" b="1" dirty="0"/>
            </a:br>
            <a:endParaRPr lang="pt-BR" b="1" dirty="0"/>
          </a:p>
          <a:p>
            <a:pPr marL="0" indent="0" fontAlgn="ctr">
              <a:lnSpc>
                <a:spcPct val="100000"/>
              </a:lnSpc>
              <a:buNone/>
            </a:pPr>
            <a:r>
              <a:rPr lang="pt-BR" dirty="0"/>
              <a:t>A predomínio de linguagem informal entrecortada por pausas.</a:t>
            </a:r>
            <a:br>
              <a:rPr lang="pt-BR" dirty="0"/>
            </a:br>
            <a:r>
              <a:rPr lang="pt-BR" dirty="0"/>
              <a:t>B vocabulário regional desconhecido em outras variedades do português.</a:t>
            </a:r>
            <a:br>
              <a:rPr lang="pt-BR" dirty="0"/>
            </a:br>
            <a:r>
              <a:rPr lang="pt-BR" dirty="0"/>
              <a:t>C realização do plural conforme as regras da tradição gramatical.</a:t>
            </a:r>
            <a:br>
              <a:rPr lang="pt-BR" dirty="0"/>
            </a:br>
            <a:r>
              <a:rPr lang="pt-BR" dirty="0"/>
              <a:t>D ausência de elementos promotores de coesão entre os eventos narrados.</a:t>
            </a:r>
            <a:br>
              <a:rPr lang="pt-BR" dirty="0"/>
            </a:br>
            <a:r>
              <a:rPr lang="pt-BR" dirty="0"/>
              <a:t>E presença de frases incompreensíveis a um leitor iniciante.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668104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 o que dizer sobre a LIBRAS?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hlinkClick r:id="rId2"/>
              </a:rPr>
              <a:t>https://</a:t>
            </a:r>
            <a:r>
              <a:rPr lang="pt-BR" dirty="0" smtClean="0">
                <a:hlinkClick r:id="rId2"/>
              </a:rPr>
              <a:t>www.youtube.com/watch?v=cdYLtvJwQxY&amp;ab_channel=CursoIniciantedeLibras</a:t>
            </a:r>
            <a:endParaRPr lang="pt-BR" dirty="0" smtClean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676626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ATIVIDADE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978576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175</Words>
  <Application>Microsoft Office PowerPoint</Application>
  <PresentationFormat>Widescreen</PresentationFormat>
  <Paragraphs>66</Paragraphs>
  <Slides>16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Tema do Office</vt:lpstr>
      <vt:lpstr>A modalidade falada da linguagem</vt:lpstr>
      <vt:lpstr>Novo termo</vt:lpstr>
      <vt:lpstr>O olhar científico</vt:lpstr>
      <vt:lpstr>Como surge a fala?</vt:lpstr>
      <vt:lpstr>Hipóteses...</vt:lpstr>
      <vt:lpstr>A fala da criança</vt:lpstr>
      <vt:lpstr>Resumo</vt:lpstr>
      <vt:lpstr>Existe limite para aprender a falar?</vt:lpstr>
      <vt:lpstr>Os animais também têm a mesma linguagem?</vt:lpstr>
      <vt:lpstr>EM RESUMO</vt:lpstr>
      <vt:lpstr>QUANDO SURGIU A FALA?</vt:lpstr>
      <vt:lpstr>CARACTERÍSTICAS PRINCIPAIS</vt:lpstr>
      <vt:lpstr>Apresentação do PowerPoint</vt:lpstr>
      <vt:lpstr>Apresentação do PowerPoint</vt:lpstr>
      <vt:lpstr>E o que dizer sobre a LIBRAS?</vt:lpstr>
      <vt:lpstr>ATIVIDADE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modalidade falada da linguagem</dc:title>
  <dc:creator>Kayron</dc:creator>
  <cp:lastModifiedBy>Anonimo</cp:lastModifiedBy>
  <cp:revision>21</cp:revision>
  <dcterms:created xsi:type="dcterms:W3CDTF">2020-03-25T17:11:07Z</dcterms:created>
  <dcterms:modified xsi:type="dcterms:W3CDTF">2023-04-12T15:45:46Z</dcterms:modified>
</cp:coreProperties>
</file>